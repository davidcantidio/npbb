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72" r:id="rId2"/>
    <p:sldId id="271" r:id="rId3"/>
    <p:sldId id="273" r:id="rId4"/>
    <p:sldId id="274" r:id="rId5"/>
    <p:sldId id="276" r:id="rId6"/>
    <p:sldId id="277" r:id="rId7"/>
    <p:sldId id="275" r:id="rId8"/>
    <p:sldId id="278" r:id="rId9"/>
    <p:sldId id="279" r:id="rId10"/>
    <p:sldId id="280" r:id="rId11"/>
    <p:sldId id="28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A02740-DBA3-42B9-88B8-997AED3B780D}" v="70" dt="2025-12-15T16:36:03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Barbosa Cantidio" userId="659185e6-02a4-4e4e-a2e2-e25fdf4c93ba" providerId="ADAL" clId="{2B4F9FD0-FE94-469D-B534-E187B7B73846}"/>
    <pc:docChg chg="undo custSel mod addSld delSld modSld sldOrd modMainMaster">
      <pc:chgData name="David Barbosa Cantidio" userId="659185e6-02a4-4e4e-a2e2-e25fdf4c93ba" providerId="ADAL" clId="{2B4F9FD0-FE94-469D-B534-E187B7B73846}" dt="2025-12-15T16:38:06.606" v="2802" actId="20577"/>
      <pc:docMkLst>
        <pc:docMk/>
      </pc:docMkLst>
      <pc:sldChg chg="modSp del mod">
        <pc:chgData name="David Barbosa Cantidio" userId="659185e6-02a4-4e4e-a2e2-e25fdf4c93ba" providerId="ADAL" clId="{2B4F9FD0-FE94-469D-B534-E187B7B73846}" dt="2025-12-15T14:29:02.194" v="16" actId="47"/>
        <pc:sldMkLst>
          <pc:docMk/>
          <pc:sldMk cId="0" sldId="256"/>
        </pc:sldMkLst>
        <pc:spChg chg="mod">
          <ac:chgData name="David Barbosa Cantidio" userId="659185e6-02a4-4e4e-a2e2-e25fdf4c93ba" providerId="ADAL" clId="{2B4F9FD0-FE94-469D-B534-E187B7B73846}" dt="2025-12-15T14:13:22.835" v="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David Barbosa Cantidio" userId="659185e6-02a4-4e4e-a2e2-e25fdf4c93ba" providerId="ADAL" clId="{2B4F9FD0-FE94-469D-B534-E187B7B73846}" dt="2025-12-15T14:13:29.893" v="4" actId="27636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David Barbosa Cantidio" userId="659185e6-02a4-4e4e-a2e2-e25fdf4c93ba" providerId="ADAL" clId="{2B4F9FD0-FE94-469D-B534-E187B7B73846}" dt="2025-12-15T14:30:18.079" v="32" actId="47"/>
        <pc:sldMkLst>
          <pc:docMk/>
          <pc:sldMk cId="0" sldId="257"/>
        </pc:sldMkLst>
      </pc:sldChg>
      <pc:sldChg chg="del">
        <pc:chgData name="David Barbosa Cantidio" userId="659185e6-02a4-4e4e-a2e2-e25fdf4c93ba" providerId="ADAL" clId="{2B4F9FD0-FE94-469D-B534-E187B7B73846}" dt="2025-12-15T14:30:18.079" v="32" actId="47"/>
        <pc:sldMkLst>
          <pc:docMk/>
          <pc:sldMk cId="0" sldId="258"/>
        </pc:sldMkLst>
      </pc:sldChg>
      <pc:sldChg chg="modSp del">
        <pc:chgData name="David Barbosa Cantidio" userId="659185e6-02a4-4e4e-a2e2-e25fdf4c93ba" providerId="ADAL" clId="{2B4F9FD0-FE94-469D-B534-E187B7B73846}" dt="2025-12-15T14:30:18.079" v="32" actId="47"/>
        <pc:sldMkLst>
          <pc:docMk/>
          <pc:sldMk cId="0" sldId="259"/>
        </pc:sldMkLst>
        <pc:spChg chg="mod">
          <ac:chgData name="David Barbosa Cantidio" userId="659185e6-02a4-4e4e-a2e2-e25fdf4c93ba" providerId="ADAL" clId="{2B4F9FD0-FE94-469D-B534-E187B7B73846}" dt="2025-12-15T14:28:23.485" v="7"/>
          <ac:spMkLst>
            <pc:docMk/>
            <pc:sldMk cId="0" sldId="259"/>
            <ac:spMk id="2" creationId="{00000000-0000-0000-0000-000000000000}"/>
          </ac:spMkLst>
        </pc:spChg>
        <pc:spChg chg="mod">
          <ac:chgData name="David Barbosa Cantidio" userId="659185e6-02a4-4e4e-a2e2-e25fdf4c93ba" providerId="ADAL" clId="{2B4F9FD0-FE94-469D-B534-E187B7B73846}" dt="2025-12-15T14:28:35.265" v="15"/>
          <ac:spMkLst>
            <pc:docMk/>
            <pc:sldMk cId="0" sldId="259"/>
            <ac:spMk id="3" creationId="{00000000-0000-0000-0000-000000000000}"/>
          </ac:spMkLst>
        </pc:spChg>
      </pc:sldChg>
      <pc:sldChg chg="del">
        <pc:chgData name="David Barbosa Cantidio" userId="659185e6-02a4-4e4e-a2e2-e25fdf4c93ba" providerId="ADAL" clId="{2B4F9FD0-FE94-469D-B534-E187B7B73846}" dt="2025-12-15T14:30:18.079" v="32" actId="47"/>
        <pc:sldMkLst>
          <pc:docMk/>
          <pc:sldMk cId="0" sldId="260"/>
        </pc:sldMkLst>
      </pc:sldChg>
      <pc:sldChg chg="modSp del mod">
        <pc:chgData name="David Barbosa Cantidio" userId="659185e6-02a4-4e4e-a2e2-e25fdf4c93ba" providerId="ADAL" clId="{2B4F9FD0-FE94-469D-B534-E187B7B73846}" dt="2025-12-15T14:30:18.079" v="32" actId="47"/>
        <pc:sldMkLst>
          <pc:docMk/>
          <pc:sldMk cId="0" sldId="261"/>
        </pc:sldMkLst>
        <pc:spChg chg="mod">
          <ac:chgData name="David Barbosa Cantidio" userId="659185e6-02a4-4e4e-a2e2-e25fdf4c93ba" providerId="ADAL" clId="{2B4F9FD0-FE94-469D-B534-E187B7B73846}" dt="2025-12-15T14:28:23.523" v="8" actId="27636"/>
          <ac:spMkLst>
            <pc:docMk/>
            <pc:sldMk cId="0" sldId="261"/>
            <ac:spMk id="2" creationId="{00000000-0000-0000-0000-000000000000}"/>
          </ac:spMkLst>
        </pc:spChg>
      </pc:sldChg>
      <pc:sldChg chg="modSp del mod">
        <pc:chgData name="David Barbosa Cantidio" userId="659185e6-02a4-4e4e-a2e2-e25fdf4c93ba" providerId="ADAL" clId="{2B4F9FD0-FE94-469D-B534-E187B7B73846}" dt="2025-12-15T14:30:18.079" v="32" actId="47"/>
        <pc:sldMkLst>
          <pc:docMk/>
          <pc:sldMk cId="0" sldId="262"/>
        </pc:sldMkLst>
        <pc:spChg chg="mod">
          <ac:chgData name="David Barbosa Cantidio" userId="659185e6-02a4-4e4e-a2e2-e25fdf4c93ba" providerId="ADAL" clId="{2B4F9FD0-FE94-469D-B534-E187B7B73846}" dt="2025-12-15T14:28:23.535" v="9" actId="27636"/>
          <ac:spMkLst>
            <pc:docMk/>
            <pc:sldMk cId="0" sldId="262"/>
            <ac:spMk id="2" creationId="{00000000-0000-0000-0000-000000000000}"/>
          </ac:spMkLst>
        </pc:spChg>
      </pc:sldChg>
      <pc:sldChg chg="del">
        <pc:chgData name="David Barbosa Cantidio" userId="659185e6-02a4-4e4e-a2e2-e25fdf4c93ba" providerId="ADAL" clId="{2B4F9FD0-FE94-469D-B534-E187B7B73846}" dt="2025-12-15T14:30:18.079" v="32" actId="47"/>
        <pc:sldMkLst>
          <pc:docMk/>
          <pc:sldMk cId="0" sldId="263"/>
        </pc:sldMkLst>
      </pc:sldChg>
      <pc:sldChg chg="modSp del mod">
        <pc:chgData name="David Barbosa Cantidio" userId="659185e6-02a4-4e4e-a2e2-e25fdf4c93ba" providerId="ADAL" clId="{2B4F9FD0-FE94-469D-B534-E187B7B73846}" dt="2025-12-15T14:30:18.079" v="32" actId="47"/>
        <pc:sldMkLst>
          <pc:docMk/>
          <pc:sldMk cId="0" sldId="264"/>
        </pc:sldMkLst>
        <pc:spChg chg="mod">
          <ac:chgData name="David Barbosa Cantidio" userId="659185e6-02a4-4e4e-a2e2-e25fdf4c93ba" providerId="ADAL" clId="{2B4F9FD0-FE94-469D-B534-E187B7B73846}" dt="2025-12-15T14:28:23.561" v="10" actId="27636"/>
          <ac:spMkLst>
            <pc:docMk/>
            <pc:sldMk cId="0" sldId="264"/>
            <ac:spMk id="2" creationId="{00000000-0000-0000-0000-000000000000}"/>
          </ac:spMkLst>
        </pc:spChg>
      </pc:sldChg>
      <pc:sldChg chg="modSp del mod">
        <pc:chgData name="David Barbosa Cantidio" userId="659185e6-02a4-4e4e-a2e2-e25fdf4c93ba" providerId="ADAL" clId="{2B4F9FD0-FE94-469D-B534-E187B7B73846}" dt="2025-12-15T14:30:18.079" v="32" actId="47"/>
        <pc:sldMkLst>
          <pc:docMk/>
          <pc:sldMk cId="0" sldId="265"/>
        </pc:sldMkLst>
        <pc:spChg chg="mod">
          <ac:chgData name="David Barbosa Cantidio" userId="659185e6-02a4-4e4e-a2e2-e25fdf4c93ba" providerId="ADAL" clId="{2B4F9FD0-FE94-469D-B534-E187B7B73846}" dt="2025-12-15T14:28:23.577" v="11" actId="27636"/>
          <ac:spMkLst>
            <pc:docMk/>
            <pc:sldMk cId="0" sldId="265"/>
            <ac:spMk id="2" creationId="{00000000-0000-0000-0000-000000000000}"/>
          </ac:spMkLst>
        </pc:spChg>
      </pc:sldChg>
      <pc:sldChg chg="modSp del mod">
        <pc:chgData name="David Barbosa Cantidio" userId="659185e6-02a4-4e4e-a2e2-e25fdf4c93ba" providerId="ADAL" clId="{2B4F9FD0-FE94-469D-B534-E187B7B73846}" dt="2025-12-15T14:30:18.079" v="32" actId="47"/>
        <pc:sldMkLst>
          <pc:docMk/>
          <pc:sldMk cId="0" sldId="266"/>
        </pc:sldMkLst>
        <pc:spChg chg="mod">
          <ac:chgData name="David Barbosa Cantidio" userId="659185e6-02a4-4e4e-a2e2-e25fdf4c93ba" providerId="ADAL" clId="{2B4F9FD0-FE94-469D-B534-E187B7B73846}" dt="2025-12-15T14:28:23.598" v="12" actId="27636"/>
          <ac:spMkLst>
            <pc:docMk/>
            <pc:sldMk cId="0" sldId="266"/>
            <ac:spMk id="2" creationId="{00000000-0000-0000-0000-000000000000}"/>
          </ac:spMkLst>
        </pc:spChg>
      </pc:sldChg>
      <pc:sldChg chg="modSp del mod">
        <pc:chgData name="David Barbosa Cantidio" userId="659185e6-02a4-4e4e-a2e2-e25fdf4c93ba" providerId="ADAL" clId="{2B4F9FD0-FE94-469D-B534-E187B7B73846}" dt="2025-12-15T14:30:18.079" v="32" actId="47"/>
        <pc:sldMkLst>
          <pc:docMk/>
          <pc:sldMk cId="0" sldId="267"/>
        </pc:sldMkLst>
        <pc:spChg chg="mod">
          <ac:chgData name="David Barbosa Cantidio" userId="659185e6-02a4-4e4e-a2e2-e25fdf4c93ba" providerId="ADAL" clId="{2B4F9FD0-FE94-469D-B534-E187B7B73846}" dt="2025-12-15T14:28:23.623" v="13" actId="27636"/>
          <ac:spMkLst>
            <pc:docMk/>
            <pc:sldMk cId="0" sldId="267"/>
            <ac:spMk id="2" creationId="{00000000-0000-0000-0000-000000000000}"/>
          </ac:spMkLst>
        </pc:spChg>
      </pc:sldChg>
      <pc:sldChg chg="del">
        <pc:chgData name="David Barbosa Cantidio" userId="659185e6-02a4-4e4e-a2e2-e25fdf4c93ba" providerId="ADAL" clId="{2B4F9FD0-FE94-469D-B534-E187B7B73846}" dt="2025-12-15T14:30:18.079" v="32" actId="47"/>
        <pc:sldMkLst>
          <pc:docMk/>
          <pc:sldMk cId="0" sldId="268"/>
        </pc:sldMkLst>
      </pc:sldChg>
      <pc:sldChg chg="modSp del mod">
        <pc:chgData name="David Barbosa Cantidio" userId="659185e6-02a4-4e4e-a2e2-e25fdf4c93ba" providerId="ADAL" clId="{2B4F9FD0-FE94-469D-B534-E187B7B73846}" dt="2025-12-15T14:30:18.079" v="32" actId="47"/>
        <pc:sldMkLst>
          <pc:docMk/>
          <pc:sldMk cId="0" sldId="269"/>
        </pc:sldMkLst>
        <pc:spChg chg="mod">
          <ac:chgData name="David Barbosa Cantidio" userId="659185e6-02a4-4e4e-a2e2-e25fdf4c93ba" providerId="ADAL" clId="{2B4F9FD0-FE94-469D-B534-E187B7B73846}" dt="2025-12-15T14:28:23.636" v="14" actId="27636"/>
          <ac:spMkLst>
            <pc:docMk/>
            <pc:sldMk cId="0" sldId="269"/>
            <ac:spMk id="2" creationId="{00000000-0000-0000-0000-000000000000}"/>
          </ac:spMkLst>
        </pc:spChg>
      </pc:sldChg>
      <pc:sldChg chg="del">
        <pc:chgData name="David Barbosa Cantidio" userId="659185e6-02a4-4e4e-a2e2-e25fdf4c93ba" providerId="ADAL" clId="{2B4F9FD0-FE94-469D-B534-E187B7B73846}" dt="2025-12-15T14:30:18.079" v="32" actId="47"/>
        <pc:sldMkLst>
          <pc:docMk/>
          <pc:sldMk cId="0" sldId="270"/>
        </pc:sldMkLst>
      </pc:sldChg>
      <pc:sldChg chg="addSp delSp modSp new mod ord">
        <pc:chgData name="David Barbosa Cantidio" userId="659185e6-02a4-4e4e-a2e2-e25fdf4c93ba" providerId="ADAL" clId="{2B4F9FD0-FE94-469D-B534-E187B7B73846}" dt="2025-12-15T14:46:54.257" v="206" actId="14100"/>
        <pc:sldMkLst>
          <pc:docMk/>
          <pc:sldMk cId="2242535848" sldId="271"/>
        </pc:sldMkLst>
        <pc:spChg chg="mod">
          <ac:chgData name="David Barbosa Cantidio" userId="659185e6-02a4-4e4e-a2e2-e25fdf4c93ba" providerId="ADAL" clId="{2B4F9FD0-FE94-469D-B534-E187B7B73846}" dt="2025-12-15T14:33:26.909" v="36"/>
          <ac:spMkLst>
            <pc:docMk/>
            <pc:sldMk cId="2242535848" sldId="271"/>
            <ac:spMk id="2" creationId="{14B4009F-72F5-EC0F-6ED1-7BA9C3368022}"/>
          </ac:spMkLst>
        </pc:spChg>
        <pc:spChg chg="del mod">
          <ac:chgData name="David Barbosa Cantidio" userId="659185e6-02a4-4e4e-a2e2-e25fdf4c93ba" providerId="ADAL" clId="{2B4F9FD0-FE94-469D-B534-E187B7B73846}" dt="2025-12-15T14:36:19.791" v="180" actId="478"/>
          <ac:spMkLst>
            <pc:docMk/>
            <pc:sldMk cId="2242535848" sldId="271"/>
            <ac:spMk id="3" creationId="{B460DC1F-EE82-3D08-05C7-06440BDAF860}"/>
          </ac:spMkLst>
        </pc:spChg>
        <pc:spChg chg="add del mod">
          <ac:chgData name="David Barbosa Cantidio" userId="659185e6-02a4-4e4e-a2e2-e25fdf4c93ba" providerId="ADAL" clId="{2B4F9FD0-FE94-469D-B534-E187B7B73846}" dt="2025-12-15T14:36:07.502" v="178" actId="20577"/>
          <ac:spMkLst>
            <pc:docMk/>
            <pc:sldMk cId="2242535848" sldId="271"/>
            <ac:spMk id="4" creationId="{5D0173D3-4F05-C8B1-C3CC-937166DD20BC}"/>
          </ac:spMkLst>
        </pc:spChg>
        <pc:spChg chg="add">
          <ac:chgData name="David Barbosa Cantidio" userId="659185e6-02a4-4e4e-a2e2-e25fdf4c93ba" providerId="ADAL" clId="{2B4F9FD0-FE94-469D-B534-E187B7B73846}" dt="2025-12-15T14:33:56.518" v="37"/>
          <ac:spMkLst>
            <pc:docMk/>
            <pc:sldMk cId="2242535848" sldId="271"/>
            <ac:spMk id="5" creationId="{23FF32DF-E89A-52EC-9283-D3C9DCAD121E}"/>
          </ac:spMkLst>
        </pc:spChg>
        <pc:spChg chg="add mod">
          <ac:chgData name="David Barbosa Cantidio" userId="659185e6-02a4-4e4e-a2e2-e25fdf4c93ba" providerId="ADAL" clId="{2B4F9FD0-FE94-469D-B534-E187B7B73846}" dt="2025-12-15T14:34:13.557" v="41" actId="6549"/>
          <ac:spMkLst>
            <pc:docMk/>
            <pc:sldMk cId="2242535848" sldId="271"/>
            <ac:spMk id="6" creationId="{8A234802-6BD1-0586-A74B-0449D295AA6B}"/>
          </ac:spMkLst>
        </pc:spChg>
        <pc:spChg chg="add">
          <ac:chgData name="David Barbosa Cantidio" userId="659185e6-02a4-4e4e-a2e2-e25fdf4c93ba" providerId="ADAL" clId="{2B4F9FD0-FE94-469D-B534-E187B7B73846}" dt="2025-12-15T14:34:17.079" v="43"/>
          <ac:spMkLst>
            <pc:docMk/>
            <pc:sldMk cId="2242535848" sldId="271"/>
            <ac:spMk id="7" creationId="{AC7328BB-9758-BB03-DAB0-C18B2477CC82}"/>
          </ac:spMkLst>
        </pc:spChg>
        <pc:spChg chg="add">
          <ac:chgData name="David Barbosa Cantidio" userId="659185e6-02a4-4e4e-a2e2-e25fdf4c93ba" providerId="ADAL" clId="{2B4F9FD0-FE94-469D-B534-E187B7B73846}" dt="2025-12-15T14:34:27.838" v="45"/>
          <ac:spMkLst>
            <pc:docMk/>
            <pc:sldMk cId="2242535848" sldId="271"/>
            <ac:spMk id="8" creationId="{DCA3FADA-664D-B230-2BF2-6905A6E9B4CD}"/>
          </ac:spMkLst>
        </pc:spChg>
        <pc:spChg chg="add">
          <ac:chgData name="David Barbosa Cantidio" userId="659185e6-02a4-4e4e-a2e2-e25fdf4c93ba" providerId="ADAL" clId="{2B4F9FD0-FE94-469D-B534-E187B7B73846}" dt="2025-12-15T14:34:39.908" v="47"/>
          <ac:spMkLst>
            <pc:docMk/>
            <pc:sldMk cId="2242535848" sldId="271"/>
            <ac:spMk id="9" creationId="{8E8B0ABD-71F1-A975-55C4-60DF9D4ECADA}"/>
          </ac:spMkLst>
        </pc:spChg>
        <pc:spChg chg="add">
          <ac:chgData name="David Barbosa Cantidio" userId="659185e6-02a4-4e4e-a2e2-e25fdf4c93ba" providerId="ADAL" clId="{2B4F9FD0-FE94-469D-B534-E187B7B73846}" dt="2025-12-15T14:34:52.880" v="49"/>
          <ac:spMkLst>
            <pc:docMk/>
            <pc:sldMk cId="2242535848" sldId="271"/>
            <ac:spMk id="10" creationId="{9B134876-4D6A-C352-EB97-240460188C82}"/>
          </ac:spMkLst>
        </pc:spChg>
        <pc:spChg chg="add">
          <ac:chgData name="David Barbosa Cantidio" userId="659185e6-02a4-4e4e-a2e2-e25fdf4c93ba" providerId="ADAL" clId="{2B4F9FD0-FE94-469D-B534-E187B7B73846}" dt="2025-12-15T14:35:22.061" v="74"/>
          <ac:spMkLst>
            <pc:docMk/>
            <pc:sldMk cId="2242535848" sldId="271"/>
            <ac:spMk id="11" creationId="{6E884407-4DA2-CB3B-1B8F-F3699B9B48A5}"/>
          </ac:spMkLst>
        </pc:spChg>
        <pc:spChg chg="add">
          <ac:chgData name="David Barbosa Cantidio" userId="659185e6-02a4-4e4e-a2e2-e25fdf4c93ba" providerId="ADAL" clId="{2B4F9FD0-FE94-469D-B534-E187B7B73846}" dt="2025-12-15T14:35:25.222" v="75"/>
          <ac:spMkLst>
            <pc:docMk/>
            <pc:sldMk cId="2242535848" sldId="271"/>
            <ac:spMk id="12" creationId="{7114F43C-C8DD-1951-7296-2E76FF0CDC46}"/>
          </ac:spMkLst>
        </pc:spChg>
        <pc:spChg chg="add del mod">
          <ac:chgData name="David Barbosa Cantidio" userId="659185e6-02a4-4e4e-a2e2-e25fdf4c93ba" providerId="ADAL" clId="{2B4F9FD0-FE94-469D-B534-E187B7B73846}" dt="2025-12-15T14:43:51.519" v="182" actId="478"/>
          <ac:spMkLst>
            <pc:docMk/>
            <pc:sldMk cId="2242535848" sldId="271"/>
            <ac:spMk id="14" creationId="{B01AF20D-E78E-78C0-DA78-CB67CF851FE9}"/>
          </ac:spMkLst>
        </pc:spChg>
        <pc:picChg chg="add mod">
          <ac:chgData name="David Barbosa Cantidio" userId="659185e6-02a4-4e4e-a2e2-e25fdf4c93ba" providerId="ADAL" clId="{2B4F9FD0-FE94-469D-B534-E187B7B73846}" dt="2025-12-15T14:46:48.456" v="203" actId="14100"/>
          <ac:picMkLst>
            <pc:docMk/>
            <pc:sldMk cId="2242535848" sldId="271"/>
            <ac:picMk id="16" creationId="{88050251-FD83-6982-466A-BCA2B5E22CB2}"/>
          </ac:picMkLst>
        </pc:picChg>
        <pc:picChg chg="add mod">
          <ac:chgData name="David Barbosa Cantidio" userId="659185e6-02a4-4e4e-a2e2-e25fdf4c93ba" providerId="ADAL" clId="{2B4F9FD0-FE94-469D-B534-E187B7B73846}" dt="2025-12-15T14:46:49.504" v="204" actId="1076"/>
          <ac:picMkLst>
            <pc:docMk/>
            <pc:sldMk cId="2242535848" sldId="271"/>
            <ac:picMk id="18" creationId="{D40138B7-E076-ECA0-F3B9-202BF1129F52}"/>
          </ac:picMkLst>
        </pc:picChg>
        <pc:picChg chg="add mod">
          <ac:chgData name="David Barbosa Cantidio" userId="659185e6-02a4-4e4e-a2e2-e25fdf4c93ba" providerId="ADAL" clId="{2B4F9FD0-FE94-469D-B534-E187B7B73846}" dt="2025-12-15T14:46:54.257" v="206" actId="14100"/>
          <ac:picMkLst>
            <pc:docMk/>
            <pc:sldMk cId="2242535848" sldId="271"/>
            <ac:picMk id="20" creationId="{ED8669E5-1343-9658-472F-7BC1F606E5FF}"/>
          </ac:picMkLst>
        </pc:picChg>
      </pc:sldChg>
      <pc:sldChg chg="modSp add mod ord modNotesTx">
        <pc:chgData name="David Barbosa Cantidio" userId="659185e6-02a4-4e4e-a2e2-e25fdf4c93ba" providerId="ADAL" clId="{2B4F9FD0-FE94-469D-B534-E187B7B73846}" dt="2025-12-15T15:58:49.440" v="695" actId="20577"/>
        <pc:sldMkLst>
          <pc:docMk/>
          <pc:sldMk cId="518221274" sldId="272"/>
        </pc:sldMkLst>
        <pc:spChg chg="mod">
          <ac:chgData name="David Barbosa Cantidio" userId="659185e6-02a4-4e4e-a2e2-e25fdf4c93ba" providerId="ADAL" clId="{2B4F9FD0-FE94-469D-B534-E187B7B73846}" dt="2025-12-15T14:47:29.769" v="208" actId="27636"/>
          <ac:spMkLst>
            <pc:docMk/>
            <pc:sldMk cId="518221274" sldId="272"/>
            <ac:spMk id="2" creationId="{D64138FB-AAA8-CCA1-A632-4265E2D941C7}"/>
          </ac:spMkLst>
        </pc:spChg>
        <pc:spChg chg="mod">
          <ac:chgData name="David Barbosa Cantidio" userId="659185e6-02a4-4e4e-a2e2-e25fdf4c93ba" providerId="ADAL" clId="{2B4F9FD0-FE94-469D-B534-E187B7B73846}" dt="2025-12-15T15:58:40.380" v="694"/>
          <ac:spMkLst>
            <pc:docMk/>
            <pc:sldMk cId="518221274" sldId="272"/>
            <ac:spMk id="3" creationId="{B8974530-5FAF-8513-C375-908539D69EBF}"/>
          </ac:spMkLst>
        </pc:spChg>
        <pc:spChg chg="mod">
          <ac:chgData name="David Barbosa Cantidio" userId="659185e6-02a4-4e4e-a2e2-e25fdf4c93ba" providerId="ADAL" clId="{2B4F9FD0-FE94-469D-B534-E187B7B73846}" dt="2025-12-15T15:58:27.351" v="692" actId="20577"/>
          <ac:spMkLst>
            <pc:docMk/>
            <pc:sldMk cId="518221274" sldId="272"/>
            <ac:spMk id="4" creationId="{374EC4CD-AE79-63DB-873E-A88CC7172FA4}"/>
          </ac:spMkLst>
        </pc:spChg>
      </pc:sldChg>
      <pc:sldChg chg="addSp modSp add mod">
        <pc:chgData name="David Barbosa Cantidio" userId="659185e6-02a4-4e4e-a2e2-e25fdf4c93ba" providerId="ADAL" clId="{2B4F9FD0-FE94-469D-B534-E187B7B73846}" dt="2025-12-15T16:03:54.581" v="936" actId="27636"/>
        <pc:sldMkLst>
          <pc:docMk/>
          <pc:sldMk cId="2252105715" sldId="273"/>
        </pc:sldMkLst>
        <pc:spChg chg="mod">
          <ac:chgData name="David Barbosa Cantidio" userId="659185e6-02a4-4e4e-a2e2-e25fdf4c93ba" providerId="ADAL" clId="{2B4F9FD0-FE94-469D-B534-E187B7B73846}" dt="2025-12-15T16:03:43.720" v="934" actId="20577"/>
          <ac:spMkLst>
            <pc:docMk/>
            <pc:sldMk cId="2252105715" sldId="273"/>
            <ac:spMk id="2" creationId="{2EB84227-6C97-31D5-323A-8914A66E7449}"/>
          </ac:spMkLst>
        </pc:spChg>
        <pc:spChg chg="mod">
          <ac:chgData name="David Barbosa Cantidio" userId="659185e6-02a4-4e4e-a2e2-e25fdf4c93ba" providerId="ADAL" clId="{2B4F9FD0-FE94-469D-B534-E187B7B73846}" dt="2025-12-15T16:03:54.581" v="936" actId="27636"/>
          <ac:spMkLst>
            <pc:docMk/>
            <pc:sldMk cId="2252105715" sldId="273"/>
            <ac:spMk id="3" creationId="{B8793BCB-0551-9DA0-56C0-B71F12BCEB43}"/>
          </ac:spMkLst>
        </pc:spChg>
        <pc:spChg chg="mod">
          <ac:chgData name="David Barbosa Cantidio" userId="659185e6-02a4-4e4e-a2e2-e25fdf4c93ba" providerId="ADAL" clId="{2B4F9FD0-FE94-469D-B534-E187B7B73846}" dt="2025-12-15T16:03:22.801" v="925" actId="20577"/>
          <ac:spMkLst>
            <pc:docMk/>
            <pc:sldMk cId="2252105715" sldId="273"/>
            <ac:spMk id="4" creationId="{5BA06F1C-FD25-8BD4-07D5-DFBACAE8387C}"/>
          </ac:spMkLst>
        </pc:spChg>
        <pc:spChg chg="add">
          <ac:chgData name="David Barbosa Cantidio" userId="659185e6-02a4-4e4e-a2e2-e25fdf4c93ba" providerId="ADAL" clId="{2B4F9FD0-FE94-469D-B534-E187B7B73846}" dt="2025-12-15T14:48:55.493" v="215"/>
          <ac:spMkLst>
            <pc:docMk/>
            <pc:sldMk cId="2252105715" sldId="273"/>
            <ac:spMk id="5" creationId="{DDF16C48-66B0-F4F3-A193-72D077E15464}"/>
          </ac:spMkLst>
        </pc:spChg>
      </pc:sldChg>
      <pc:sldChg chg="modSp add mod">
        <pc:chgData name="David Barbosa Cantidio" userId="659185e6-02a4-4e4e-a2e2-e25fdf4c93ba" providerId="ADAL" clId="{2B4F9FD0-FE94-469D-B534-E187B7B73846}" dt="2025-12-15T16:17:06.096" v="1204"/>
        <pc:sldMkLst>
          <pc:docMk/>
          <pc:sldMk cId="1834788880" sldId="274"/>
        </pc:sldMkLst>
        <pc:spChg chg="mod">
          <ac:chgData name="David Barbosa Cantidio" userId="659185e6-02a4-4e4e-a2e2-e25fdf4c93ba" providerId="ADAL" clId="{2B4F9FD0-FE94-469D-B534-E187B7B73846}" dt="2025-12-15T16:04:23.757" v="938" actId="27636"/>
          <ac:spMkLst>
            <pc:docMk/>
            <pc:sldMk cId="1834788880" sldId="274"/>
            <ac:spMk id="2" creationId="{A47B6600-4126-0465-3A91-B0A11C272792}"/>
          </ac:spMkLst>
        </pc:spChg>
        <pc:spChg chg="mod">
          <ac:chgData name="David Barbosa Cantidio" userId="659185e6-02a4-4e4e-a2e2-e25fdf4c93ba" providerId="ADAL" clId="{2B4F9FD0-FE94-469D-B534-E187B7B73846}" dt="2025-12-15T16:17:06.096" v="1204"/>
          <ac:spMkLst>
            <pc:docMk/>
            <pc:sldMk cId="1834788880" sldId="274"/>
            <ac:spMk id="3" creationId="{2AEE0FE6-C1F2-E711-7F6D-A5EC2D907641}"/>
          </ac:spMkLst>
        </pc:spChg>
        <pc:spChg chg="mod">
          <ac:chgData name="David Barbosa Cantidio" userId="659185e6-02a4-4e4e-a2e2-e25fdf4c93ba" providerId="ADAL" clId="{2B4F9FD0-FE94-469D-B534-E187B7B73846}" dt="2025-12-15T16:16:55.943" v="1203" actId="20577"/>
          <ac:spMkLst>
            <pc:docMk/>
            <pc:sldMk cId="1834788880" sldId="274"/>
            <ac:spMk id="4" creationId="{D1798C15-E452-A1FA-4264-CDA3757E544E}"/>
          </ac:spMkLst>
        </pc:spChg>
      </pc:sldChg>
      <pc:sldChg chg="modSp add mod">
        <pc:chgData name="David Barbosa Cantidio" userId="659185e6-02a4-4e4e-a2e2-e25fdf4c93ba" providerId="ADAL" clId="{2B4F9FD0-FE94-469D-B534-E187B7B73846}" dt="2025-12-15T16:25:00.455" v="1668" actId="20577"/>
        <pc:sldMkLst>
          <pc:docMk/>
          <pc:sldMk cId="1693961641" sldId="275"/>
        </pc:sldMkLst>
        <pc:spChg chg="mod">
          <ac:chgData name="David Barbosa Cantidio" userId="659185e6-02a4-4e4e-a2e2-e25fdf4c93ba" providerId="ADAL" clId="{2B4F9FD0-FE94-469D-B534-E187B7B73846}" dt="2025-12-15T16:23:04.271" v="1469" actId="14100"/>
          <ac:spMkLst>
            <pc:docMk/>
            <pc:sldMk cId="1693961641" sldId="275"/>
            <ac:spMk id="2" creationId="{5601F477-1A8F-950B-5F46-FA39AC7BE18F}"/>
          </ac:spMkLst>
        </pc:spChg>
        <pc:spChg chg="mod">
          <ac:chgData name="David Barbosa Cantidio" userId="659185e6-02a4-4e4e-a2e2-e25fdf4c93ba" providerId="ADAL" clId="{2B4F9FD0-FE94-469D-B534-E187B7B73846}" dt="2025-12-15T16:24:22.381" v="1625" actId="27636"/>
          <ac:spMkLst>
            <pc:docMk/>
            <pc:sldMk cId="1693961641" sldId="275"/>
            <ac:spMk id="3" creationId="{D72D5E6C-8230-B0F6-361D-145E3E36A617}"/>
          </ac:spMkLst>
        </pc:spChg>
        <pc:spChg chg="mod">
          <ac:chgData name="David Barbosa Cantidio" userId="659185e6-02a4-4e4e-a2e2-e25fdf4c93ba" providerId="ADAL" clId="{2B4F9FD0-FE94-469D-B534-E187B7B73846}" dt="2025-12-15T16:25:00.455" v="1668" actId="20577"/>
          <ac:spMkLst>
            <pc:docMk/>
            <pc:sldMk cId="1693961641" sldId="275"/>
            <ac:spMk id="4" creationId="{3FD843A5-D91A-C302-C1AD-3E1F8FF2F7EB}"/>
          </ac:spMkLst>
        </pc:spChg>
      </pc:sldChg>
      <pc:sldChg chg="modSp new mod">
        <pc:chgData name="David Barbosa Cantidio" userId="659185e6-02a4-4e4e-a2e2-e25fdf4c93ba" providerId="ADAL" clId="{2B4F9FD0-FE94-469D-B534-E187B7B73846}" dt="2025-12-15T16:18:26.365" v="1216"/>
        <pc:sldMkLst>
          <pc:docMk/>
          <pc:sldMk cId="1005454911" sldId="276"/>
        </pc:sldMkLst>
        <pc:spChg chg="mod">
          <ac:chgData name="David Barbosa Cantidio" userId="659185e6-02a4-4e4e-a2e2-e25fdf4c93ba" providerId="ADAL" clId="{2B4F9FD0-FE94-469D-B534-E187B7B73846}" dt="2025-12-15T16:18:11.296" v="1215" actId="20577"/>
          <ac:spMkLst>
            <pc:docMk/>
            <pc:sldMk cId="1005454911" sldId="276"/>
            <ac:spMk id="2" creationId="{DADAF340-2F5C-A4B7-A89F-1717B6C46584}"/>
          </ac:spMkLst>
        </pc:spChg>
        <pc:spChg chg="mod">
          <ac:chgData name="David Barbosa Cantidio" userId="659185e6-02a4-4e4e-a2e2-e25fdf4c93ba" providerId="ADAL" clId="{2B4F9FD0-FE94-469D-B534-E187B7B73846}" dt="2025-12-15T16:18:26.365" v="1216"/>
          <ac:spMkLst>
            <pc:docMk/>
            <pc:sldMk cId="1005454911" sldId="276"/>
            <ac:spMk id="3" creationId="{5964AED9-AE5B-0DEE-372A-C0C41AEEF5F2}"/>
          </ac:spMkLst>
        </pc:spChg>
      </pc:sldChg>
      <pc:sldChg chg="modSp add mod">
        <pc:chgData name="David Barbosa Cantidio" userId="659185e6-02a4-4e4e-a2e2-e25fdf4c93ba" providerId="ADAL" clId="{2B4F9FD0-FE94-469D-B534-E187B7B73846}" dt="2025-12-15T16:22:36.728" v="1467"/>
        <pc:sldMkLst>
          <pc:docMk/>
          <pc:sldMk cId="1101634147" sldId="277"/>
        </pc:sldMkLst>
        <pc:spChg chg="mod">
          <ac:chgData name="David Barbosa Cantidio" userId="659185e6-02a4-4e4e-a2e2-e25fdf4c93ba" providerId="ADAL" clId="{2B4F9FD0-FE94-469D-B534-E187B7B73846}" dt="2025-12-15T16:20:11.912" v="1236" actId="27636"/>
          <ac:spMkLst>
            <pc:docMk/>
            <pc:sldMk cId="1101634147" sldId="277"/>
            <ac:spMk id="2" creationId="{0971B8B8-C0C3-9F16-0C25-25123E9ADAE7}"/>
          </ac:spMkLst>
        </pc:spChg>
        <pc:spChg chg="mod">
          <ac:chgData name="David Barbosa Cantidio" userId="659185e6-02a4-4e4e-a2e2-e25fdf4c93ba" providerId="ADAL" clId="{2B4F9FD0-FE94-469D-B534-E187B7B73846}" dt="2025-12-15T16:22:36.728" v="1467"/>
          <ac:spMkLst>
            <pc:docMk/>
            <pc:sldMk cId="1101634147" sldId="277"/>
            <ac:spMk id="3" creationId="{1764EA84-2F61-4FC2-077E-EF6010C59AD3}"/>
          </ac:spMkLst>
        </pc:spChg>
        <pc:spChg chg="mod">
          <ac:chgData name="David Barbosa Cantidio" userId="659185e6-02a4-4e4e-a2e2-e25fdf4c93ba" providerId="ADAL" clId="{2B4F9FD0-FE94-469D-B534-E187B7B73846}" dt="2025-12-15T16:22:09.998" v="1462" actId="20577"/>
          <ac:spMkLst>
            <pc:docMk/>
            <pc:sldMk cId="1101634147" sldId="277"/>
            <ac:spMk id="4" creationId="{C54E8F56-975A-653B-F90B-C67CE6C68390}"/>
          </ac:spMkLst>
        </pc:spChg>
      </pc:sldChg>
      <pc:sldChg chg="addSp delSp modSp add mod">
        <pc:chgData name="David Barbosa Cantidio" userId="659185e6-02a4-4e4e-a2e2-e25fdf4c93ba" providerId="ADAL" clId="{2B4F9FD0-FE94-469D-B534-E187B7B73846}" dt="2025-12-15T16:26:50.599" v="1824" actId="22"/>
        <pc:sldMkLst>
          <pc:docMk/>
          <pc:sldMk cId="672287620" sldId="278"/>
        </pc:sldMkLst>
        <pc:spChg chg="mod">
          <ac:chgData name="David Barbosa Cantidio" userId="659185e6-02a4-4e4e-a2e2-e25fdf4c93ba" providerId="ADAL" clId="{2B4F9FD0-FE94-469D-B534-E187B7B73846}" dt="2025-12-15T16:25:35.224" v="1670"/>
          <ac:spMkLst>
            <pc:docMk/>
            <pc:sldMk cId="672287620" sldId="278"/>
            <ac:spMk id="2" creationId="{EFB5368B-D0E1-830D-AEAA-41656BD8966B}"/>
          </ac:spMkLst>
        </pc:spChg>
        <pc:spChg chg="mod">
          <ac:chgData name="David Barbosa Cantidio" userId="659185e6-02a4-4e4e-a2e2-e25fdf4c93ba" providerId="ADAL" clId="{2B4F9FD0-FE94-469D-B534-E187B7B73846}" dt="2025-12-15T16:26:36.835" v="1822" actId="27636"/>
          <ac:spMkLst>
            <pc:docMk/>
            <pc:sldMk cId="672287620" sldId="278"/>
            <ac:spMk id="3" creationId="{55DA770E-5D64-2BE7-2DF0-B40E9595444C}"/>
          </ac:spMkLst>
        </pc:spChg>
        <pc:spChg chg="mod">
          <ac:chgData name="David Barbosa Cantidio" userId="659185e6-02a4-4e4e-a2e2-e25fdf4c93ba" providerId="ADAL" clId="{2B4F9FD0-FE94-469D-B534-E187B7B73846}" dt="2025-12-15T16:26:18.933" v="1820" actId="20577"/>
          <ac:spMkLst>
            <pc:docMk/>
            <pc:sldMk cId="672287620" sldId="278"/>
            <ac:spMk id="4" creationId="{103DB4E4-9239-98C2-218A-632FE5AABCB7}"/>
          </ac:spMkLst>
        </pc:spChg>
        <pc:spChg chg="add del">
          <ac:chgData name="David Barbosa Cantidio" userId="659185e6-02a4-4e4e-a2e2-e25fdf4c93ba" providerId="ADAL" clId="{2B4F9FD0-FE94-469D-B534-E187B7B73846}" dt="2025-12-15T16:26:50.599" v="1824" actId="22"/>
          <ac:spMkLst>
            <pc:docMk/>
            <pc:sldMk cId="672287620" sldId="278"/>
            <ac:spMk id="6" creationId="{D853C8DE-D6AF-2A56-C0D1-4446597143AF}"/>
          </ac:spMkLst>
        </pc:spChg>
      </pc:sldChg>
      <pc:sldChg chg="modSp add mod">
        <pc:chgData name="David Barbosa Cantidio" userId="659185e6-02a4-4e4e-a2e2-e25fdf4c93ba" providerId="ADAL" clId="{2B4F9FD0-FE94-469D-B534-E187B7B73846}" dt="2025-12-15T16:28:55.946" v="2068"/>
        <pc:sldMkLst>
          <pc:docMk/>
          <pc:sldMk cId="348522966" sldId="279"/>
        </pc:sldMkLst>
        <pc:spChg chg="mod">
          <ac:chgData name="David Barbosa Cantidio" userId="659185e6-02a4-4e4e-a2e2-e25fdf4c93ba" providerId="ADAL" clId="{2B4F9FD0-FE94-469D-B534-E187B7B73846}" dt="2025-12-15T16:27:13.031" v="1826"/>
          <ac:spMkLst>
            <pc:docMk/>
            <pc:sldMk cId="348522966" sldId="279"/>
            <ac:spMk id="2" creationId="{A238AD7A-C6CC-B1F2-2F70-F53CF0B39FDE}"/>
          </ac:spMkLst>
        </pc:spChg>
        <pc:spChg chg="mod">
          <ac:chgData name="David Barbosa Cantidio" userId="659185e6-02a4-4e4e-a2e2-e25fdf4c93ba" providerId="ADAL" clId="{2B4F9FD0-FE94-469D-B534-E187B7B73846}" dt="2025-12-15T16:28:55.946" v="2068"/>
          <ac:spMkLst>
            <pc:docMk/>
            <pc:sldMk cId="348522966" sldId="279"/>
            <ac:spMk id="3" creationId="{EFEC5221-0087-E96A-116C-BA215E019C12}"/>
          </ac:spMkLst>
        </pc:spChg>
        <pc:spChg chg="mod">
          <ac:chgData name="David Barbosa Cantidio" userId="659185e6-02a4-4e4e-a2e2-e25fdf4c93ba" providerId="ADAL" clId="{2B4F9FD0-FE94-469D-B534-E187B7B73846}" dt="2025-12-15T16:28:28.743" v="2067" actId="27636"/>
          <ac:spMkLst>
            <pc:docMk/>
            <pc:sldMk cId="348522966" sldId="279"/>
            <ac:spMk id="4" creationId="{005DCF46-2C68-956E-FEBD-B8197E456585}"/>
          </ac:spMkLst>
        </pc:spChg>
      </pc:sldChg>
      <pc:sldChg chg="modSp add mod">
        <pc:chgData name="David Barbosa Cantidio" userId="659185e6-02a4-4e4e-a2e2-e25fdf4c93ba" providerId="ADAL" clId="{2B4F9FD0-FE94-469D-B534-E187B7B73846}" dt="2025-12-15T16:34:29.561" v="2509" actId="20577"/>
        <pc:sldMkLst>
          <pc:docMk/>
          <pc:sldMk cId="902261883" sldId="280"/>
        </pc:sldMkLst>
        <pc:spChg chg="mod">
          <ac:chgData name="David Barbosa Cantidio" userId="659185e6-02a4-4e4e-a2e2-e25fdf4c93ba" providerId="ADAL" clId="{2B4F9FD0-FE94-469D-B534-E187B7B73846}" dt="2025-12-15T16:31:29.725" v="2190" actId="27636"/>
          <ac:spMkLst>
            <pc:docMk/>
            <pc:sldMk cId="902261883" sldId="280"/>
            <ac:spMk id="2" creationId="{F7EE3CB8-5B95-0930-2A2C-473C93E597A9}"/>
          </ac:spMkLst>
        </pc:spChg>
        <pc:spChg chg="mod">
          <ac:chgData name="David Barbosa Cantidio" userId="659185e6-02a4-4e4e-a2e2-e25fdf4c93ba" providerId="ADAL" clId="{2B4F9FD0-FE94-469D-B534-E187B7B73846}" dt="2025-12-15T16:34:29.561" v="2509" actId="20577"/>
          <ac:spMkLst>
            <pc:docMk/>
            <pc:sldMk cId="902261883" sldId="280"/>
            <ac:spMk id="4" creationId="{182BD035-2E6D-E247-EE3B-98BCA40E5839}"/>
          </ac:spMkLst>
        </pc:spChg>
      </pc:sldChg>
      <pc:sldChg chg="addSp delSp modSp add mod">
        <pc:chgData name="David Barbosa Cantidio" userId="659185e6-02a4-4e4e-a2e2-e25fdf4c93ba" providerId="ADAL" clId="{2B4F9FD0-FE94-469D-B534-E187B7B73846}" dt="2025-12-15T16:38:06.606" v="2802" actId="20577"/>
        <pc:sldMkLst>
          <pc:docMk/>
          <pc:sldMk cId="882450250" sldId="281"/>
        </pc:sldMkLst>
        <pc:spChg chg="mod">
          <ac:chgData name="David Barbosa Cantidio" userId="659185e6-02a4-4e4e-a2e2-e25fdf4c93ba" providerId="ADAL" clId="{2B4F9FD0-FE94-469D-B534-E187B7B73846}" dt="2025-12-15T16:37:43.445" v="2723" actId="20577"/>
          <ac:spMkLst>
            <pc:docMk/>
            <pc:sldMk cId="882450250" sldId="281"/>
            <ac:spMk id="2" creationId="{337FADE9-6870-4713-CABB-80973849C2BA}"/>
          </ac:spMkLst>
        </pc:spChg>
        <pc:spChg chg="mod">
          <ac:chgData name="David Barbosa Cantidio" userId="659185e6-02a4-4e4e-a2e2-e25fdf4c93ba" providerId="ADAL" clId="{2B4F9FD0-FE94-469D-B534-E187B7B73846}" dt="2025-12-15T16:38:06.606" v="2802" actId="20577"/>
          <ac:spMkLst>
            <pc:docMk/>
            <pc:sldMk cId="882450250" sldId="281"/>
            <ac:spMk id="3" creationId="{2DE7B62C-3852-8F6E-33AA-6D7B5F4F910A}"/>
          </ac:spMkLst>
        </pc:spChg>
        <pc:spChg chg="mod">
          <ac:chgData name="David Barbosa Cantidio" userId="659185e6-02a4-4e4e-a2e2-e25fdf4c93ba" providerId="ADAL" clId="{2B4F9FD0-FE94-469D-B534-E187B7B73846}" dt="2025-12-15T16:37:16.155" v="2683" actId="20577"/>
          <ac:spMkLst>
            <pc:docMk/>
            <pc:sldMk cId="882450250" sldId="281"/>
            <ac:spMk id="4" creationId="{6F6BA880-A690-D3B4-7FF8-F00ED898EEAC}"/>
          </ac:spMkLst>
        </pc:spChg>
        <pc:spChg chg="add del mod">
          <ac:chgData name="David Barbosa Cantidio" userId="659185e6-02a4-4e4e-a2e2-e25fdf4c93ba" providerId="ADAL" clId="{2B4F9FD0-FE94-469D-B534-E187B7B73846}" dt="2025-12-15T16:36:03.986" v="2512" actId="478"/>
          <ac:spMkLst>
            <pc:docMk/>
            <pc:sldMk cId="882450250" sldId="281"/>
            <ac:spMk id="5" creationId="{BEE38943-06A0-CCC0-0550-65E939515F85}"/>
          </ac:spMkLst>
        </pc:spChg>
      </pc:sldChg>
      <pc:sldMasterChg chg="addSp mod">
        <pc:chgData name="David Barbosa Cantidio" userId="659185e6-02a4-4e4e-a2e2-e25fdf4c93ba" providerId="ADAL" clId="{2B4F9FD0-FE94-469D-B534-E187B7B73846}" dt="2025-12-15T14:13:32.897" v="5" actId="33475"/>
        <pc:sldMasterMkLst>
          <pc:docMk/>
          <pc:sldMasterMk cId="2209977519" sldId="2147483648"/>
        </pc:sldMasterMkLst>
        <pc:spChg chg="add">
          <ac:chgData name="David Barbosa Cantidio" userId="659185e6-02a4-4e4e-a2e2-e25fdf4c93ba" providerId="ADAL" clId="{2B4F9FD0-FE94-469D-B534-E187B7B73846}" dt="2025-12-15T14:13:32.897" v="5" actId="33475"/>
          <ac:spMkLst>
            <pc:docMk/>
            <pc:sldMasterMk cId="2209977519" sldId="2147483648"/>
            <ac:spMk id="8" creationId="{4CC0E854-275D-4B4C-698A-6D5ED13F5CDA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942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Vamos mostrar o que já entregamos, onde estamos travando e como governança de dados destrava valor estratégico em 2026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4720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Isso foi feito com dados dispersos. Imagina quando tivermos dados unificados e governados.</a:t>
            </a:r>
          </a:p>
        </p:txBody>
      </p:sp>
    </p:spTree>
    <p:extLst>
      <p:ext uri="{BB962C8B-B14F-4D97-AF65-F5344CB8AC3E}">
        <p14:creationId xmlns:p14="http://schemas.microsoft.com/office/powerpoint/2010/main" val="1915458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O problema não é falta de dado. É falta de padrão e governança</a:t>
            </a:r>
          </a:p>
        </p:txBody>
      </p:sp>
    </p:spTree>
    <p:extLst>
      <p:ext uri="{BB962C8B-B14F-4D97-AF65-F5344CB8AC3E}">
        <p14:creationId xmlns:p14="http://schemas.microsoft.com/office/powerpoint/2010/main" val="2605984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CC0E854-275D-4B4C-698A-6D5ED13F5CD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671300" y="63500"/>
            <a:ext cx="4826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#interna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D7971-DB0A-2125-01FB-B61D12912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138FB-AAA8-CCA1-A632-4265E2D94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BI NPBB 2025–2026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974530-5FAF-8513-C375-908539D69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67" y="5100485"/>
            <a:ext cx="8229600" cy="907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/>
              <a:t>VISUAL:</a:t>
            </a:r>
            <a:br>
              <a:rPr lang="pt-BR" sz="2000" dirty="0"/>
            </a:br>
            <a:r>
              <a:rPr lang="pt-BR" sz="2000" dirty="0"/>
              <a:t>Capa limpa com elemento gráfico discreto (ícone de governança/dados)</a:t>
            </a:r>
            <a:endParaRPr lang="pt-BR" sz="20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374EC4CD-AE79-63DB-873E-A88CC7172FA4}"/>
              </a:ext>
            </a:extLst>
          </p:cNvPr>
          <p:cNvSpPr txBox="1">
            <a:spLocks/>
          </p:cNvSpPr>
          <p:nvPr/>
        </p:nvSpPr>
        <p:spPr>
          <a:xfrm>
            <a:off x="609600" y="1752601"/>
            <a:ext cx="8229600" cy="907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pt-BR" dirty="0"/>
              <a:t>De dados dispersos para decisão governada</a:t>
            </a:r>
          </a:p>
        </p:txBody>
      </p:sp>
    </p:spTree>
    <p:extLst>
      <p:ext uri="{BB962C8B-B14F-4D97-AF65-F5344CB8AC3E}">
        <p14:creationId xmlns:p14="http://schemas.microsoft.com/office/powerpoint/2010/main" val="518221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4009F-72F5-EC0F-6ED1-7BA9C3368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Entregas 2025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D0173D3-4F05-C8B1-C3CC-937166DD20BC}"/>
              </a:ext>
            </a:extLst>
          </p:cNvPr>
          <p:cNvSpPr txBox="1">
            <a:spLocks/>
          </p:cNvSpPr>
          <p:nvPr/>
        </p:nvSpPr>
        <p:spPr>
          <a:xfrm>
            <a:off x="609600" y="1752600"/>
            <a:ext cx="8229600" cy="2352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Dashboard de fechamento</a:t>
            </a:r>
          </a:p>
          <a:p>
            <a:r>
              <a:rPr lang="pt-BR" dirty="0"/>
              <a:t>Ferramenta de referência de preços</a:t>
            </a:r>
          </a:p>
          <a:p>
            <a:r>
              <a:rPr lang="pt-BR" dirty="0"/>
              <a:t>Análise de engajamento: público 40-</a:t>
            </a:r>
          </a:p>
          <a:p>
            <a:endParaRPr lang="pt-BR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7114F43C-C8DD-1951-7296-2E76FF0CD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Ferramenta de pesquisa de preços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Imagem 15" descr="Tabela&#10;&#10;O conteúdo gerado por IA pode estar incorreto.">
            <a:extLst>
              <a:ext uri="{FF2B5EF4-FFF2-40B4-BE49-F238E27FC236}">
                <a16:creationId xmlns:a16="http://schemas.microsoft.com/office/drawing/2014/main" id="{88050251-FD83-6982-466A-BCA2B5E22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3789681"/>
            <a:ext cx="3549326" cy="1899919"/>
          </a:xfrm>
          <a:prstGeom prst="rect">
            <a:avLst/>
          </a:prstGeom>
        </p:spPr>
      </p:pic>
      <p:pic>
        <p:nvPicPr>
          <p:cNvPr id="18" name="Imagem 17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D40138B7-E076-ECA0-F3B9-202BF1129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584" y="3740687"/>
            <a:ext cx="3555491" cy="2116551"/>
          </a:xfrm>
          <a:prstGeom prst="rect">
            <a:avLst/>
          </a:prstGeom>
        </p:spPr>
      </p:pic>
      <p:pic>
        <p:nvPicPr>
          <p:cNvPr id="20" name="Imagem 19" descr="Gráfico&#10;&#10;O conteúdo gerado por IA pode estar incorreto.">
            <a:extLst>
              <a:ext uri="{FF2B5EF4-FFF2-40B4-BE49-F238E27FC236}">
                <a16:creationId xmlns:a16="http://schemas.microsoft.com/office/drawing/2014/main" id="{ED8669E5-1343-9658-472F-7BC1F606E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8319" y="3640492"/>
            <a:ext cx="3847127" cy="221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53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F15C9-5DE6-C484-72D4-198B710B5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84227-6C97-31D5-323A-8914A66E7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0312400" cy="1143000"/>
          </a:xfrm>
        </p:spPr>
        <p:txBody>
          <a:bodyPr>
            <a:normAutofit/>
          </a:bodyPr>
          <a:lstStyle/>
          <a:p>
            <a:r>
              <a:rPr lang="pt-BR" dirty="0"/>
              <a:t>Hoje o dado existe, mas...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793BCB-0551-9DA0-56C0-B71F12BCE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67" y="5100485"/>
            <a:ext cx="8229600" cy="90702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sz="2000" b="1" dirty="0"/>
              <a:t>VISUAL:</a:t>
            </a:r>
            <a:br>
              <a:rPr lang="pt-BR" sz="2000" dirty="0"/>
            </a:br>
            <a:r>
              <a:rPr lang="pt-BR" sz="2000" dirty="0"/>
              <a:t>Diagrama "Antes → Depois"</a:t>
            </a:r>
            <a:br>
              <a:rPr lang="pt-BR" sz="2000" dirty="0"/>
            </a:br>
            <a:r>
              <a:rPr lang="pt-BR" sz="2000" dirty="0"/>
              <a:t>Antes: Silos + Planilhas + Agências descoordenadas</a:t>
            </a:r>
            <a:br>
              <a:rPr lang="pt-BR" sz="2000" dirty="0"/>
            </a:br>
            <a:r>
              <a:rPr lang="pt-BR" sz="2000" dirty="0"/>
              <a:t>Depois: Sistema único + Banco central + Automação</a:t>
            </a:r>
            <a:endParaRPr lang="pt-BR" sz="20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BA06F1C-FD25-8BD4-07D5-DFBACAE8387C}"/>
              </a:ext>
            </a:extLst>
          </p:cNvPr>
          <p:cNvSpPr txBox="1">
            <a:spLocks/>
          </p:cNvSpPr>
          <p:nvPr/>
        </p:nvSpPr>
        <p:spPr>
          <a:xfrm>
            <a:off x="609600" y="1554233"/>
            <a:ext cx="8229600" cy="141731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Coleta varia por agência </a:t>
            </a:r>
          </a:p>
          <a:p>
            <a:r>
              <a:rPr lang="pt-BR" dirty="0"/>
              <a:t>Sem padrão de campos (</a:t>
            </a:r>
            <a:r>
              <a:rPr lang="pt-BR" dirty="0" err="1"/>
              <a:t>ex</a:t>
            </a:r>
            <a:r>
              <a:rPr lang="pt-BR" dirty="0"/>
              <a:t> idade é opcional em muitos casos)</a:t>
            </a:r>
          </a:p>
          <a:p>
            <a:r>
              <a:rPr lang="pt-BR" dirty="0"/>
              <a:t>Sem padrão de envio: local ou formato</a:t>
            </a:r>
          </a:p>
          <a:p>
            <a:r>
              <a:rPr lang="pt-BR" dirty="0"/>
              <a:t>Processos manuais: planilha, retrabalho, risco de erro</a:t>
            </a:r>
          </a:p>
        </p:txBody>
      </p:sp>
    </p:spTree>
    <p:extLst>
      <p:ext uri="{BB962C8B-B14F-4D97-AF65-F5344CB8AC3E}">
        <p14:creationId xmlns:p14="http://schemas.microsoft.com/office/powerpoint/2010/main" val="2252105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6B3C2-D2F6-7083-1750-8852A854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B6600-4126-0465-3A91-B0A11C272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 solução passa por Governança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EE0FE6-C1F2-E711-7F6D-A5EC2D907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67" y="5100485"/>
            <a:ext cx="8229600" cy="907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/>
              <a:t>VISUAL:</a:t>
            </a:r>
            <a:r>
              <a:rPr lang="pt-BR" sz="2000" dirty="0"/>
              <a:t> Diagrama 3 blocos (bem limpo).</a:t>
            </a:r>
            <a:endParaRPr lang="pt-BR" sz="20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D1798C15-E452-A1FA-4264-CDA3757E544E}"/>
              </a:ext>
            </a:extLst>
          </p:cNvPr>
          <p:cNvSpPr txBox="1">
            <a:spLocks/>
          </p:cNvSpPr>
          <p:nvPr/>
        </p:nvSpPr>
        <p:spPr>
          <a:xfrm>
            <a:off x="609600" y="1554233"/>
            <a:ext cx="8229600" cy="141731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Banco de dados central</a:t>
            </a:r>
            <a:r>
              <a:rPr lang="pt-BR" dirty="0"/>
              <a:t>: eventos, ativações, leads</a:t>
            </a:r>
          </a:p>
          <a:p>
            <a:r>
              <a:rPr lang="pt-BR" b="1" dirty="0"/>
              <a:t>Plataforma: </a:t>
            </a:r>
            <a:r>
              <a:rPr lang="pt-BR" dirty="0"/>
              <a:t>Interface para cadastro e gestão dos dados</a:t>
            </a:r>
          </a:p>
          <a:p>
            <a:r>
              <a:rPr lang="pt-BR" b="1" dirty="0"/>
              <a:t>Decisão: Dashboards fixos + análises ad hoc + cruzamentos internos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4788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AF340-2F5C-A4B7-A89F-1717B6C46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64AED9-AE5B-0DEE-372A-C0C41AEEF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https://admin.bbleads.com.br/</a:t>
            </a:r>
          </a:p>
        </p:txBody>
      </p:sp>
    </p:spTree>
    <p:extLst>
      <p:ext uri="{BB962C8B-B14F-4D97-AF65-F5344CB8AC3E}">
        <p14:creationId xmlns:p14="http://schemas.microsoft.com/office/powerpoint/2010/main" val="1005454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C7F12-C3AC-9F58-08B4-716211920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1B8B8-C0C3-9F16-0C25-25123E9A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592560" cy="907026"/>
          </a:xfrm>
        </p:spPr>
        <p:txBody>
          <a:bodyPr>
            <a:normAutofit/>
          </a:bodyPr>
          <a:lstStyle/>
          <a:p>
            <a:r>
              <a:rPr lang="pt-BR" sz="3200" dirty="0"/>
              <a:t>O que governamos: Evento → Ingressos → Ativação → Lead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64EA84-2F61-4FC2-077E-EF6010C59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67" y="5100485"/>
            <a:ext cx="8229600" cy="907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/>
              <a:t>VISUAL:</a:t>
            </a:r>
            <a:r>
              <a:rPr lang="pt-BR" sz="2000" dirty="0"/>
              <a:t> Diagrama em cadeia (Evento → Ingressos → Ativação → Lead) + “Ingressos” como módulo conectado.</a:t>
            </a:r>
            <a:endParaRPr lang="pt-BR" sz="20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C54E8F56-975A-653B-F90B-C67CE6C68390}"/>
              </a:ext>
            </a:extLst>
          </p:cNvPr>
          <p:cNvSpPr txBox="1">
            <a:spLocks/>
          </p:cNvSpPr>
          <p:nvPr/>
        </p:nvSpPr>
        <p:spPr>
          <a:xfrm>
            <a:off x="609600" y="1554233"/>
            <a:ext cx="10810240" cy="141731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Eventos com suas ativações</a:t>
            </a:r>
          </a:p>
          <a:p>
            <a:r>
              <a:rPr lang="pt-BR" dirty="0"/>
              <a:t>Leads vinculados ás ativações com identificador </a:t>
            </a:r>
            <a:r>
              <a:rPr lang="pt-BR" dirty="0" err="1"/>
              <a:t>Salesforce</a:t>
            </a:r>
            <a:r>
              <a:rPr lang="pt-BR" dirty="0"/>
              <a:t> para cruzamento</a:t>
            </a:r>
          </a:p>
          <a:p>
            <a:r>
              <a:rPr lang="pt-BR" dirty="0"/>
              <a:t>Ingressos distribuídos com histórico consultável</a:t>
            </a:r>
          </a:p>
          <a:p>
            <a:r>
              <a:rPr lang="pt-BR" dirty="0"/>
              <a:t>Pesquisas de opinião quando aplicável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1634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CC77F-0F8B-A6A3-002C-A7B0B16FC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1F477-1A8F-950B-5F46-FA39AC7BE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0576560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Plataforma única para padronizar cadastro e dar visibilidade imediata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2D5E6C-8230-B0F6-361D-145E3E36A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67" y="5100485"/>
            <a:ext cx="8229600" cy="9070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000" b="1" dirty="0"/>
              <a:t>VISUAL:</a:t>
            </a:r>
            <a:r>
              <a:rPr lang="pt-BR" sz="2000" dirty="0"/>
              <a:t> Slide com </a:t>
            </a:r>
            <a:r>
              <a:rPr lang="pt-BR" sz="2000" b="1" dirty="0"/>
              <a:t>print(s) do cadastro</a:t>
            </a:r>
            <a:r>
              <a:rPr lang="pt-BR" sz="2000" dirty="0"/>
              <a:t> (Monumenta) + 2 </a:t>
            </a:r>
            <a:r>
              <a:rPr lang="pt-BR" sz="2000" dirty="0" err="1"/>
              <a:t>callouts</a:t>
            </a:r>
            <a:r>
              <a:rPr lang="pt-BR" sz="2000" dirty="0"/>
              <a:t> (“Padrão”, “Agilidade”).</a:t>
            </a:r>
            <a:br>
              <a:rPr lang="pt-BR" sz="2000" dirty="0"/>
            </a:br>
            <a:endParaRPr lang="pt-BR" sz="20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3FD843A5-D91A-C302-C1AD-3E1F8FF2F7EB}"/>
              </a:ext>
            </a:extLst>
          </p:cNvPr>
          <p:cNvSpPr txBox="1">
            <a:spLocks/>
          </p:cNvSpPr>
          <p:nvPr/>
        </p:nvSpPr>
        <p:spPr>
          <a:xfrm>
            <a:off x="609600" y="2113033"/>
            <a:ext cx="11480800" cy="1707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/>
              <a:t>Interface de cadastro. Benchmark da ferramenta da Monumenta</a:t>
            </a:r>
          </a:p>
          <a:p>
            <a:r>
              <a:rPr lang="pt-BR" sz="2800" dirty="0"/>
              <a:t>Menor dependência de planilha e troca manual de informações</a:t>
            </a:r>
          </a:p>
          <a:p>
            <a:r>
              <a:rPr lang="pt-BR" sz="2800" dirty="0"/>
              <a:t>Adoção obrigatória para garantir comparabilidade</a:t>
            </a:r>
          </a:p>
        </p:txBody>
      </p:sp>
    </p:spTree>
    <p:extLst>
      <p:ext uri="{BB962C8B-B14F-4D97-AF65-F5344CB8AC3E}">
        <p14:creationId xmlns:p14="http://schemas.microsoft.com/office/powerpoint/2010/main" val="1693961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D0F63-9304-307D-8B00-02DA81195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5368B-D0E1-830D-AEAA-41656BD89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0576560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Dashboard oficial no sistema: acompanhamento consistente e rápido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DA770E-5D64-2BE7-2DF0-B40E95954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67" y="5100485"/>
            <a:ext cx="8229600" cy="907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/>
              <a:t>VISUAL:</a:t>
            </a:r>
            <a:r>
              <a:rPr lang="pt-BR" sz="2000" dirty="0"/>
              <a:t> </a:t>
            </a:r>
            <a:r>
              <a:rPr lang="pt-BR" sz="2000" b="1" dirty="0"/>
              <a:t>print do dashboard da Monumenta</a:t>
            </a:r>
            <a:r>
              <a:rPr lang="pt-BR" sz="2000" dirty="0"/>
              <a:t> (ou equivalente) como referência + </a:t>
            </a:r>
            <a:r>
              <a:rPr lang="pt-BR" sz="2000" dirty="0" err="1"/>
              <a:t>callouts</a:t>
            </a:r>
            <a:r>
              <a:rPr lang="pt-BR" sz="2000" dirty="0"/>
              <a:t> “o que será adaptado</a:t>
            </a:r>
            <a:endParaRPr lang="pt-BR" sz="20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103DB4E4-9239-98C2-218A-632FE5AABCB7}"/>
              </a:ext>
            </a:extLst>
          </p:cNvPr>
          <p:cNvSpPr txBox="1">
            <a:spLocks/>
          </p:cNvSpPr>
          <p:nvPr/>
        </p:nvSpPr>
        <p:spPr>
          <a:xfrm>
            <a:off x="609600" y="2113033"/>
            <a:ext cx="11480800" cy="1707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 err="1"/>
              <a:t>Paniel</a:t>
            </a:r>
            <a:r>
              <a:rPr lang="pt-BR" sz="2800" dirty="0"/>
              <a:t> fixo para acompanhamento contínuo</a:t>
            </a:r>
          </a:p>
          <a:p>
            <a:r>
              <a:rPr lang="pt-BR" sz="2800" dirty="0"/>
              <a:t>Mesma régua para todas as agências/eventos</a:t>
            </a:r>
          </a:p>
          <a:p>
            <a:r>
              <a:rPr lang="pt-BR" sz="2800" dirty="0"/>
              <a:t>Menos tempo fechando relatório, mais tempo decidindo</a:t>
            </a:r>
          </a:p>
        </p:txBody>
      </p:sp>
    </p:spTree>
    <p:extLst>
      <p:ext uri="{BB962C8B-B14F-4D97-AF65-F5344CB8AC3E}">
        <p14:creationId xmlns:p14="http://schemas.microsoft.com/office/powerpoint/2010/main" val="672287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162C0-EECC-4BF1-D7D2-9FFB71A9F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8AD7A-C6CC-B1F2-2F70-F53CF0B39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0576560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Flexibilidade sem perder o controle: Power BI para </a:t>
            </a:r>
            <a:r>
              <a:rPr lang="pt-BR" dirty="0" err="1"/>
              <a:t>ad-hoc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EC5221-0087-E96A-116C-BA215E019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67" y="5100485"/>
            <a:ext cx="8229600" cy="907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VISUAL:</a:t>
            </a:r>
            <a:r>
              <a:rPr lang="en-US" sz="2000" dirty="0"/>
              <a:t> Split: “Dashboard </a:t>
            </a:r>
            <a:r>
              <a:rPr lang="en-US" sz="2000" dirty="0" err="1"/>
              <a:t>oficial</a:t>
            </a:r>
            <a:r>
              <a:rPr lang="en-US" sz="2000" dirty="0"/>
              <a:t> (Sistema)” | “Ad-hoc (Power BI)”</a:t>
            </a:r>
            <a:endParaRPr lang="pt-BR" sz="20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05DCF46-2C68-956E-FEBD-B8197E456585}"/>
              </a:ext>
            </a:extLst>
          </p:cNvPr>
          <p:cNvSpPr txBox="1">
            <a:spLocks/>
          </p:cNvSpPr>
          <p:nvPr/>
        </p:nvSpPr>
        <p:spPr>
          <a:xfrm>
            <a:off x="609600" y="2113033"/>
            <a:ext cx="11480800" cy="1707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/>
              <a:t>Power BI para perguntas novas e recortes específicos</a:t>
            </a:r>
          </a:p>
          <a:p>
            <a:r>
              <a:rPr lang="pt-BR" sz="2800" dirty="0"/>
              <a:t>Fonte continua sendo o banco de dados padronizado, sem planilhas novas</a:t>
            </a:r>
          </a:p>
          <a:p>
            <a:r>
              <a:rPr lang="pt-BR" sz="2800" dirty="0"/>
              <a:t>BI responde rápido sem reinventar base toda vez</a:t>
            </a:r>
          </a:p>
        </p:txBody>
      </p:sp>
    </p:spTree>
    <p:extLst>
      <p:ext uri="{BB962C8B-B14F-4D97-AF65-F5344CB8AC3E}">
        <p14:creationId xmlns:p14="http://schemas.microsoft.com/office/powerpoint/2010/main" val="348522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9C8A1-CD9A-6909-B740-EC88D9295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E3CB8-5B95-0930-2A2C-473C93E5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0576560" cy="1143000"/>
          </a:xfrm>
        </p:spPr>
        <p:txBody>
          <a:bodyPr>
            <a:normAutofit/>
          </a:bodyPr>
          <a:lstStyle/>
          <a:p>
            <a:r>
              <a:rPr lang="pt-BR" dirty="0"/>
              <a:t>Próximos passos e 3 decisões que destravam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519ADB-9970-7193-0873-45AA1148B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67" y="5100485"/>
            <a:ext cx="8229600" cy="907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VISUAL:</a:t>
            </a:r>
            <a:r>
              <a:rPr lang="en-US" sz="2000" dirty="0"/>
              <a:t> Split: “Dashboard </a:t>
            </a:r>
            <a:r>
              <a:rPr lang="en-US" sz="2000" dirty="0" err="1"/>
              <a:t>oficial</a:t>
            </a:r>
            <a:r>
              <a:rPr lang="en-US" sz="2000" dirty="0"/>
              <a:t> (Sistema)” | “Ad-hoc (Power BI)”</a:t>
            </a:r>
            <a:endParaRPr lang="pt-BR" sz="20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182BD035-2E6D-E247-EE3B-98BCA40E5839}"/>
              </a:ext>
            </a:extLst>
          </p:cNvPr>
          <p:cNvSpPr txBox="1">
            <a:spLocks/>
          </p:cNvSpPr>
          <p:nvPr/>
        </p:nvSpPr>
        <p:spPr>
          <a:xfrm>
            <a:off x="609600" y="2113033"/>
            <a:ext cx="11480800" cy="17071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/>
              <a:t>MVP</a:t>
            </a:r>
            <a:r>
              <a:rPr lang="pt-BR" sz="2800" dirty="0"/>
              <a:t>: cadastros + banco de dados + dashboard fixo + distribuição de ativos</a:t>
            </a:r>
          </a:p>
          <a:p>
            <a:r>
              <a:rPr lang="pt-BR" sz="2800" b="1" dirty="0"/>
              <a:t>Evolução: </a:t>
            </a:r>
            <a:r>
              <a:rPr lang="pt-BR" sz="2800" dirty="0"/>
              <a:t>sistema de check-in, distribuição de ativos, IA. </a:t>
            </a:r>
          </a:p>
          <a:p>
            <a:r>
              <a:rPr lang="pt-BR" sz="2800" dirty="0"/>
              <a:t>Patrocínio do uso obrigatório do sistema pelas agências e integração com </a:t>
            </a:r>
            <a:r>
              <a:rPr lang="pt-BR" sz="2800" dirty="0" err="1"/>
              <a:t>SalesForce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902261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0F4C9-BD0E-F70C-7360-70DE2A672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FADE9-6870-4713-CABB-80973849C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0576560" cy="1143000"/>
          </a:xfrm>
        </p:spPr>
        <p:txBody>
          <a:bodyPr>
            <a:normAutofit/>
          </a:bodyPr>
          <a:lstStyle/>
          <a:p>
            <a:r>
              <a:rPr lang="pt-BR" dirty="0"/>
              <a:t>RESUMO: DIAGRAMA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E7B62C-3852-8F6E-33AA-6D7B5F4F9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67" y="5100485"/>
            <a:ext cx="8229600" cy="907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VISUAL:</a:t>
            </a:r>
            <a:r>
              <a:rPr lang="en-US" sz="2000" dirty="0"/>
              <a:t> Aqui </a:t>
            </a:r>
            <a:r>
              <a:rPr lang="en-US" sz="2000" dirty="0" err="1"/>
              <a:t>vamos</a:t>
            </a:r>
            <a:r>
              <a:rPr lang="en-US" sz="2000" dirty="0"/>
              <a:t> usar o </a:t>
            </a:r>
            <a:r>
              <a:rPr lang="en-US" sz="2000" dirty="0" err="1"/>
              <a:t>diagrama</a:t>
            </a:r>
            <a:r>
              <a:rPr lang="en-US" sz="2000" dirty="0"/>
              <a:t> </a:t>
            </a:r>
            <a:r>
              <a:rPr lang="en-US" sz="2000" dirty="0" err="1"/>
              <a:t>enviado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débora</a:t>
            </a:r>
            <a:r>
              <a:rPr lang="en-US" sz="2000" dirty="0"/>
              <a:t> para </a:t>
            </a:r>
            <a:r>
              <a:rPr lang="en-US" sz="2000" dirty="0" err="1"/>
              <a:t>ilustrar</a:t>
            </a:r>
            <a:r>
              <a:rPr lang="en-US" sz="2000" dirty="0"/>
              <a:t> o </a:t>
            </a:r>
            <a:r>
              <a:rPr lang="en-US" sz="2000" dirty="0" err="1"/>
              <a:t>nosso</a:t>
            </a:r>
            <a:r>
              <a:rPr lang="en-US" sz="2000" dirty="0"/>
              <a:t> </a:t>
            </a:r>
            <a:r>
              <a:rPr lang="en-US" sz="2000" dirty="0" err="1"/>
              <a:t>projeto</a:t>
            </a:r>
            <a:r>
              <a:rPr lang="en-US" sz="2000" dirty="0"/>
              <a:t>.</a:t>
            </a:r>
            <a:endParaRPr lang="pt-BR" sz="20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6F6BA880-A690-D3B4-7FF8-F00ED898EEAC}"/>
              </a:ext>
            </a:extLst>
          </p:cNvPr>
          <p:cNvSpPr txBox="1">
            <a:spLocks/>
          </p:cNvSpPr>
          <p:nvPr/>
        </p:nvSpPr>
        <p:spPr>
          <a:xfrm>
            <a:off x="609600" y="2113033"/>
            <a:ext cx="11480800" cy="1707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/>
              <a:t>Coleta de dados: </a:t>
            </a:r>
            <a:r>
              <a:rPr lang="pt-BR" sz="2800" dirty="0"/>
              <a:t>Plataforma de cadastro</a:t>
            </a:r>
          </a:p>
          <a:p>
            <a:r>
              <a:rPr lang="pt-BR" sz="2800" dirty="0"/>
              <a:t>Unificação e organização: Banco de dados</a:t>
            </a:r>
          </a:p>
          <a:p>
            <a:r>
              <a:rPr lang="pt-BR" sz="2800" dirty="0"/>
              <a:t>Análise inteligente: Dashboards na plataforma + </a:t>
            </a:r>
            <a:r>
              <a:rPr lang="pt-BR" sz="2800" dirty="0" err="1"/>
              <a:t>PowerBI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882450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0881dc9-f7f2-41de-a334-ceff3dc15b31}" enabled="1" method="Standard" siteId="{ea0c2907-38d2-4181-8750-b0b190b604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541</Words>
  <Application>Microsoft Office PowerPoint</Application>
  <PresentationFormat>Widescreen</PresentationFormat>
  <Paragraphs>55</Paragraphs>
  <Slides>11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BI NPBB 2025–2026</vt:lpstr>
      <vt:lpstr>Entregas 2025</vt:lpstr>
      <vt:lpstr>Hoje o dado existe, mas...</vt:lpstr>
      <vt:lpstr>A solução passa por Governança de Dados</vt:lpstr>
      <vt:lpstr>Referência</vt:lpstr>
      <vt:lpstr>O que governamos: Evento → Ingressos → Ativação → Lead</vt:lpstr>
      <vt:lpstr>Plataforma única para padronizar cadastro e dar visibilidade imediata</vt:lpstr>
      <vt:lpstr>Dashboard oficial no sistema: acompanhamento consistente e rápido</vt:lpstr>
      <vt:lpstr>Flexibilidade sem perder o controle: Power BI para ad-hoc</vt:lpstr>
      <vt:lpstr>Próximos passos e 3 decisões que destravam</vt:lpstr>
      <vt:lpstr>RESUMO: DIAGRAMA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Barbosa Cantidio</cp:lastModifiedBy>
  <cp:revision>1</cp:revision>
  <dcterms:created xsi:type="dcterms:W3CDTF">2013-01-27T09:14:16Z</dcterms:created>
  <dcterms:modified xsi:type="dcterms:W3CDTF">2025-12-15T16:38:14Z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#interna</vt:lpwstr>
  </property>
</Properties>
</file>